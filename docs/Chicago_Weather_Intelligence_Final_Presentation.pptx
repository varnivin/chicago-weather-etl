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 Weather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Dashboard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4572000" cy="0"/>
          </a:xfrm>
          <a:prstGeom prst="line">
            <a:avLst/>
          </a:prstGeom>
          <a:noFill/>
          <a:ln w="38100">
            <a:solidFill>
              <a:srgbClr val="FF70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97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Engineering Pipeline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Open-Meteo API to Interactive Plotly Dash Dashboard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1A3A5C"/>
          </a:solidFill>
          <a:ln w="12700">
            <a:solidFill>
              <a:srgbClr val="2A5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6301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Developer: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Nivin Varghese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361188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1A3A5C"/>
          </a:solidFill>
          <a:ln w="12700">
            <a:solidFill>
              <a:srgbClr val="2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16352" y="36301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Program: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MSBA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361188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1A3A5C"/>
          </a:solidFill>
          <a:ln w="12700">
            <a:solidFill>
              <a:srgbClr val="2A5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36301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Chicago, IL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49440" y="361188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1A3A5C"/>
          </a:solidFill>
          <a:ln w="12700">
            <a:solidFill>
              <a:srgbClr val="2A5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22592" y="3630168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API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914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☀️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680960" y="914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🌧️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85800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⛅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68096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❄️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 Executive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needs Chicago weather intelligence and why?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Nivin Varghese  |  MSBA 2026  |  Chicago Weather Intelligence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566928"/>
          </a:xfrm>
          <a:prstGeom prst="roundRect">
            <a:avLst>
              <a:gd name="adj" fmla="val 12903"/>
            </a:avLst>
          </a:prstGeom>
          <a:solidFill>
            <a:srgbClr val="E8F4FD"/>
          </a:solidFill>
          <a:ln w="12700">
            <a:solidFill>
              <a:srgbClr val="D1E8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521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weather JSON from APIs has no business context — no alerts, no routing, no actionable recommendations for daily life.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39776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83080"/>
            <a:ext cx="3977640" cy="347472"/>
          </a:xfrm>
          <a:prstGeom prst="roundRect">
            <a:avLst>
              <a:gd name="adj" fmla="val 15789"/>
            </a:avLst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8196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 Traffic and Commuters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1854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precip days: use elevated I-90/94 to avoid flooded Lower Wacker Drive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5146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above 88F: Lake Shore Drive asphalt expansion causes slowdowns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84378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commute window: 6-8am before afternoon storm probability peaks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1783080"/>
            <a:ext cx="39776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783080"/>
            <a:ext cx="3977640" cy="347472"/>
          </a:xfrm>
          <a:prstGeom prst="roundRect">
            <a:avLst>
              <a:gd name="adj" fmla="val 15789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7448" y="18196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 Tourism and Visitors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27448" y="21854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Navy Pier outdoor events cancelled above 60% rain probability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27448" y="25146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Millennium Park and The Bean: best on mild clear days under 75F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27448" y="284378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boat tours on Chicago River: optimal May to June mild days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355848"/>
            <a:ext cx="39776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55848"/>
            <a:ext cx="3977640" cy="347472"/>
          </a:xfrm>
          <a:prstGeom prst="roundRect">
            <a:avLst>
              <a:gd name="adj" fmla="val 15789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3924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  Agriculture and Farming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" y="375818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Illinois corn planting: soil needs 50F+ for 3 consecutive days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" y="40873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0.5+ inches rain = skip irrigation, saving water and costs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" y="44165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dry streak 3+ days = increase irrigation frequency immediately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3355848"/>
            <a:ext cx="3977640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3355848"/>
            <a:ext cx="3977640" cy="347472"/>
          </a:xfrm>
          <a:prstGeom prst="roundRect">
            <a:avLst>
              <a:gd name="adj" fmla="val 1578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27448" y="33924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 Airport Travelers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27448" y="375818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Thunderstorm days: high precip probability triggers ground stops at O'Hare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27448" y="40873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below 32F: de-icing adds 45-90 min delays at Midway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27448" y="441655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morning flights on mild days for best on-time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REST API — free, reliable, no authentication required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Nivin Varghese  |  MSBA 2026  |  Chicago Weather Intelligence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3035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34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API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https://api.open-meteo.com/v1/forecast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Chicago, IL (41.85N, -87.65W)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313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313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days historical + 14 days forecast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6609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rows: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660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rows per API call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0083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0083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response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355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33558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required — free tier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Fahrenheit / inches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1097280"/>
            <a:ext cx="2834640" cy="3474720"/>
          </a:xfrm>
          <a:prstGeom prst="roundRect">
            <a:avLst>
              <a:gd name="adj" fmla="val 3226"/>
            </a:avLst>
          </a:prstGeom>
          <a:solidFill>
            <a:srgbClr val="E8F4FD"/>
          </a:solidFill>
          <a:ln w="12700">
            <a:solidFill>
              <a:srgbClr val="C8E0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Collected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80760" y="1645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temperature_2m_max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80760" y="19842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temperature_2m_min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0760" y="23225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precipitation_sum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80760" y="26609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precipitation_probability_max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0760" y="2999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0760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Derived in pipeline: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80760" y="3675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temp_range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80760" y="40142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weather_category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ETL workflow built in Python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Nivin Varghese  |  MSBA 2026  |  Chicago Weather Intelligence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463040" cy="2926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requests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response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828800"/>
            <a:ext cx="201168" cy="0"/>
          </a:xfrm>
          <a:prstGeom prst="line">
            <a:avLst/>
          </a:prstGeom>
          <a:noFill/>
          <a:ln w="2540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21408" y="1143000"/>
            <a:ext cx="1463040" cy="2926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21408" y="114300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67128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167128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12848" y="2103120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cleaning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renaming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metrics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84448" y="1828800"/>
            <a:ext cx="201168" cy="0"/>
          </a:xfrm>
          <a:prstGeom prst="line">
            <a:avLst/>
          </a:prstGeom>
          <a:noFill/>
          <a:ln w="2540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85616" y="1143000"/>
            <a:ext cx="1463040" cy="2926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85616" y="114300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31336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831336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77056" y="2103120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loading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48656" y="1828800"/>
            <a:ext cx="201168" cy="0"/>
          </a:xfrm>
          <a:prstGeom prst="line">
            <a:avLst/>
          </a:prstGeom>
          <a:noFill/>
          <a:ln w="2540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9824" y="1143000"/>
            <a:ext cx="1463040" cy="2926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49824" y="114300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95544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95544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41264" y="2103120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quality checks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12864" y="1828800"/>
            <a:ext cx="201168" cy="0"/>
          </a:xfrm>
          <a:prstGeom prst="line">
            <a:avLst/>
          </a:prstGeom>
          <a:noFill/>
          <a:ln w="25400">
            <a:solidFill>
              <a:srgbClr val="CB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14032" y="1143000"/>
            <a:ext cx="1463040" cy="2926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14032" y="1143000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9752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159752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05472" y="2103120"/>
            <a:ext cx="1280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 Dash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filters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554480" y="4133088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E8F4FD"/>
          </a:solidFill>
          <a:ln w="12700">
            <a:solidFill>
              <a:srgbClr val="C8E0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72768" y="4151376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88920" y="4133088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E8F4FD"/>
          </a:solidFill>
          <a:ln w="12700">
            <a:solidFill>
              <a:srgbClr val="C8E0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07208" y="4151376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023360" y="4133088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E8F4FD"/>
          </a:solidFill>
          <a:ln w="12700">
            <a:solidFill>
              <a:srgbClr val="C8E0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41648" y="4151376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257800" y="4133088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E8F4FD"/>
          </a:solidFill>
          <a:ln w="12700">
            <a:solidFill>
              <a:srgbClr val="C8E0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76088" y="4151376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92240" y="4133088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E8F4FD"/>
          </a:solidFill>
          <a:ln w="12700">
            <a:solidFill>
              <a:srgbClr val="C8E0F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0528" y="4151376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 Dash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726680" y="4133088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E8F4FD"/>
          </a:solidFill>
          <a:ln w="12700">
            <a:solidFill>
              <a:srgbClr val="C8E0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44968" y="4151376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API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table design — Supabase PostgreSQL via SQLAlchemy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Nivin Varghese  |  MSBA 2026  |  Chicago Weather Intelligence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51206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5120640" cy="411480"/>
          </a:xfrm>
          <a:prstGeom prst="roundRect">
            <a:avLst>
              <a:gd name="adj" fmla="val 17778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weather_data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5120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09344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1618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weather_id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0" y="16184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15968" y="16184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NULL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901952"/>
            <a:ext cx="5120640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19476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C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forecast_date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0" y="19476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15968" y="19476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4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NULL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231136"/>
            <a:ext cx="5120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27685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C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temperature_max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0" y="227685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DECIMAL(5,2)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15968" y="22768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560320"/>
            <a:ext cx="5120640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26060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C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temperature_min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0" y="26060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DECIMAL(5,2)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15968" y="26060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2889504"/>
            <a:ext cx="5120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29352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C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precipitation_probability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0" y="293522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DECIMAL(5,2)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15968" y="29352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218688"/>
            <a:ext cx="5120640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32644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C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precipitation_total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0" y="32644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DECIMAL(6,2)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15968" y="32644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547872"/>
            <a:ext cx="512064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35935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C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temp_range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0" y="359359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DECIMAL(5,2)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15968" y="35935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877056"/>
            <a:ext cx="5120640" cy="329184"/>
          </a:xfrm>
          <a:prstGeom prst="rect">
            <a:avLst/>
          </a:prstGeom>
          <a:solidFill>
            <a:srgbClr val="F5F8FC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39227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C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weather_category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743200" y="39227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315968" y="39227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760720" y="1097280"/>
            <a:ext cx="3017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852160" y="1207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291072" y="11521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table design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91072" y="1426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to Chicago only — no joins needed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760720" y="1975104"/>
            <a:ext cx="3017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852160" y="2084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291072" y="20299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loading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91072" y="23042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new dates inserted on each pipeline run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760720" y="2852928"/>
            <a:ext cx="3017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852160" y="29626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🧮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291072" y="2907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metrics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291072" y="31821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temp_range and weather_category added in transform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760720" y="3730752"/>
            <a:ext cx="301752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852160" y="3840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6291072" y="37856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hosted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291072" y="40599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PostgreSQL — accessible from anywhere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and Validation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engineering practices — modular, logged, reproducible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Nivin Varghese  |  MSBA 2026  |  Chicago Weather Intelligence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389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502920" cy="1115568"/>
          </a:xfrm>
          <a:prstGeom prst="roundRect">
            <a:avLst>
              <a:gd name="adj" fmla="val 14545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7218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216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52704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requests.get() with 30s timeout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HTTP status and JSON structure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raw Pandas DataFrame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404872"/>
            <a:ext cx="4389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04872"/>
            <a:ext cx="502920" cy="1115568"/>
          </a:xfrm>
          <a:prstGeom prst="roundRect">
            <a:avLst>
              <a:gd name="adj" fmla="val 14545"/>
            </a:avLst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3405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478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7889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Renames API columns to DB schema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Fills nulls with median/zero defaults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temp_range and weather_category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666744"/>
            <a:ext cx="4389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66744"/>
            <a:ext cx="502920" cy="1115568"/>
          </a:xfrm>
          <a:prstGeom prst="roundRect">
            <a:avLst>
              <a:gd name="adj" fmla="val 14545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95928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739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05079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existing dates in database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Inserts only new records (incremental)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row count after every run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0" y="1143000"/>
            <a:ext cx="37490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66360" y="1261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Validation Checks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1728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32120" y="1691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Count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32120" y="19293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28 rows loaded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20640" y="22037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32120" y="2167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Check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32120" y="24048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missing values allowed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20640" y="2679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32120" y="26426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Dates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32120" y="28803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loading stays clean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2064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🌡️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32120" y="3118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Range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32120" y="33558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-30F to 120F Chicago bounds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20640" y="3630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🌧️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532120" y="3593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Precipitation Range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32120" y="38313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0-100% probability, total &gt;= 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20640" y="4105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532120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Validation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32120" y="43068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7 columns must be present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0" y="4590288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E8F4FD"/>
          </a:solidFill>
          <a:ln w="12700">
            <a:solidFill>
              <a:srgbClr val="C8E0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46085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with timestamps  |  Try/except error handling  |  pipeline.log evidence file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Demo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 Weather Intelligence — Plotly Dash connected to Supabase PostgreSQL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Nivin Varghese  |  MSBA 2026  |  Chicago Weather Intelligence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96596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2527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🌤️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Animated Header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 gradient with dynamic weather animation based on today's category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87168" y="1143000"/>
            <a:ext cx="196596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32888" y="12527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⭕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78608" y="1691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Circle KPI Cards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78608" y="20116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temp, lowest temp, precip, hot days, rainy days, mild days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08576" y="1143000"/>
            <a:ext cx="196596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54296" y="12527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🔘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00016" y="1691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Segmented Tab Filter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0016" y="20116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tabs + date range slider — both update all charts live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29984" y="1143000"/>
            <a:ext cx="196596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75704" y="12527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21424" y="16916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Live Charts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21424" y="20116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trend, precipitation bar chart, weather category donut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2834640"/>
            <a:ext cx="196596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294436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🚗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57200" y="33832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Insights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7033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commute days, rain risk alerts, wet road warnings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487168" y="2834640"/>
            <a:ext cx="196596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32888" y="294436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🌾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578608" y="33832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 Panel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578608" y="37033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Frost alerts, irrigation needs, optimal planting windows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08576" y="2834640"/>
            <a:ext cx="196596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54296" y="294436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700016" y="33832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Tourism Panel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0016" y="37033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Downtown, Navy Pier, Millennium Park, O'Hare and Midway scores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729984" y="2834640"/>
            <a:ext cx="1965960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775704" y="294436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821424" y="33832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Database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21424" y="370332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 from Supabase PostgreSQL — refreshes on every pipeline run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 and Business Value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intelligence derived from Chicago weather data — May to June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Nivin Varghese  |  MSBA 2026  |  Chicago Weather Intelligence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38912" y="1152144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94.1F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38912" y="162763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Temperature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87168" y="10972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152144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48.5F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60320" y="162763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Temperature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08576" y="10972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81728" y="1152144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67.9%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81728" y="162763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Mild Days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9984" y="1097280"/>
            <a:ext cx="1965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03136" y="1152144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03136" y="162763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Days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148840"/>
            <a:ext cx="26974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148840"/>
            <a:ext cx="2697480" cy="365760"/>
          </a:xfrm>
          <a:prstGeom prst="roundRect">
            <a:avLst>
              <a:gd name="adj" fmla="val 20000"/>
            </a:avLst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176272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 For Commuters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" y="260604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5: 87% rain prob — use elevated I-90/94, avoid Lower Wacker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3227832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heat advisory days above 88F — Lake Shore Drive slowdown risk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" y="3849624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commute days: May 10-14, low precip and moderate temperatures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27832" y="2148840"/>
            <a:ext cx="26974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27832" y="2148840"/>
            <a:ext cx="2697480" cy="365760"/>
          </a:xfrm>
          <a:prstGeom prst="roundRect">
            <a:avLst>
              <a:gd name="adj" fmla="val 200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176272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 For Tourists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37560" y="260604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4-6 scored 80+ outdoor score — ideal for Navy Pier and The Bean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37560" y="3227832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boat tours best: late May mild stretch of 5 consecutive days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37560" y="3849624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Jun 5: 87% rain — indoor options (Art Institute, museums)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89904" y="2148840"/>
            <a:ext cx="269748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9904" y="2148840"/>
            <a:ext cx="2697480" cy="365760"/>
          </a:xfrm>
          <a:prstGeom prst="roundRect">
            <a:avLst>
              <a:gd name="adj" fmla="val 20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2176272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  For Farmers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99632" y="2606040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frost risk this period — no crop protection needed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99632" y="3227832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0.52 inches total rainfall — borderline, monitor for irrigation needs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99632" y="3849624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planting window: late May to early June, temps 65-82F range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645152"/>
            <a:ext cx="8412480" cy="292608"/>
          </a:xfrm>
          <a:prstGeom prst="roundRect">
            <a:avLst>
              <a:gd name="adj" fmla="val 21875"/>
            </a:avLst>
          </a:prstGeom>
          <a:solidFill>
            <a:srgbClr val="E8F4FD"/>
          </a:solidFill>
          <a:ln w="12700">
            <a:solidFill>
              <a:srgbClr val="C8E0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6634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Value: One platform replacing manual lookups — saving time, reducing risk and improving decisions for 4 Chicago audiences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and Lessons Learned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built, what I solved, and what I would do differently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Nivin Varghese  |  MSBA 2026  |  Chicago Weather Intelligence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2344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PATH on Windows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6459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488" y="1837944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installed but VS Code could not find it — showed Microsoft Store redirect instead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21945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2386584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Disabled Windows Store App Execution Aliases and manually added Python to system PATH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27832" y="1143000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37560" y="12344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76472" y="1234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IPv6 Connection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16459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37560" y="1837944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PostgreSQL connection string failed — laptop was on IPv4-only network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37560" y="21945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37560" y="2386584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Switched to Session Pooler connection string which works across all network types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89904" y="1143000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99632" y="12344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38544" y="1234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Loading Logic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99632" y="16459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99632" y="1837944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Re-running the pipeline created duplicate records in the database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99632" y="219456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99632" y="2386584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date comparison logic — checks existing dates first, inserts only new rows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2953512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" y="304495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🐙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0" y="3044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Token Security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" y="34564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5488" y="3648456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Accidentally committed a Personal Access Token inside the project folder — GitHub blocked the push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00507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488" y="4197096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git filter-branch to rewrite history and remove the secret. Lesson: always use .env and .gitignore from day one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27832" y="2953512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337560" y="304495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🎨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776472" y="3044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Iteration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37560" y="34564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337560" y="3648456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version used default Dash dropdown and plain white layout — looked like every other student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37560" y="400507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37560" y="4197096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v4 with CSS animations, circle KPI cards, segmented tabs, date slider and audience insight panels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089904" y="2953512"/>
            <a:ext cx="269748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199632" y="304495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638544" y="3044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to Supabase Migration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99632" y="345643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199632" y="3648456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Started with local SQLite for development — needed real cloud PostgreSQL for production submission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99632" y="400507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99632" y="4197096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Migrated to Supabase free tier. Fixed IPv6 issue with Session Pooler and percent-encoded special characters in password URL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657600" cy="0"/>
          </a:xfrm>
          <a:prstGeom prst="line">
            <a:avLst/>
          </a:prstGeom>
          <a:noFill/>
          <a:ln w="381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Chicago Weather Intelligence Dashboard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engineering from API to interactive dashboard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per run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97480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697480" y="3566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checks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754880" y="3566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built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12280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812280" y="3566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speed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B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Nivin Varghese  |  MSBA 2026  |  </a:t>
            </a:r>
            <a:pPr indent="0" marL="0">
              <a:buNone/>
            </a:pPr>
            <a:r>
              <a:rPr lang="en-US" sz="12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github.com/varnivin/chicago-weather-etl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7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Chicago Weather Intelligence</dc:title>
  <dc:subject>PptxGenJS Presentation</dc:subject>
  <dc:creator>Nivin Varghese</dc:creator>
  <cp:lastModifiedBy>Nivin Varghese</cp:lastModifiedBy>
  <cp:revision>1</cp:revision>
  <dcterms:created xsi:type="dcterms:W3CDTF">2026-06-10T20:32:50Z</dcterms:created>
  <dcterms:modified xsi:type="dcterms:W3CDTF">2026-06-10T20:32:50Z</dcterms:modified>
</cp:coreProperties>
</file>